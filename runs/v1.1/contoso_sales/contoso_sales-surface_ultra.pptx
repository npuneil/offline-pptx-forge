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reality: many consultants, repeated reports, unreliable connectivity. This impacts efficiency and quality. The hybrid approach adds local capability for sensitive work while keeping the cloud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their reality: many people, repeated reports, unreliable connectivity. This impacts efficiency and quality. Like a traffic jam, these delays slow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hybrid idea to familiar terms: a safe for sensitive work and a concierge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side wins: keep Copilot, add a local lane for sensitive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 = four dashed lines; labeled boxes with icons; arrows show the path; the cloud lane sits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high/high quadrant (repetitive and sensitive) is best served by the local lane. Like a specialized team, this approach assigns tasks to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validates disconnected use, like testing a map before a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with RTX Spark supports local AI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capacity: 1,200 consultants x 6 summaries x 5 minutes x 46 weeks = 27,600 hours/year.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a small, time-boxed test to measure real-world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steps, then one sentence ask with size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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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CONTOSO PILOT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Local AI for Traveling Consultants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Hybrid lane adds sensitive drafting without replacing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Consultant Workload and 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Repeated summaries and patchy Wi-Fi slow site visits like a traffic jam.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900" i="0">
                <a:solidFill>
                  <a:srgbClr val="76B900"/>
                </a:solidFill>
                <a:latin typeface="Segoe UI Black"/>
              </a:rPr>
              <a:t>1,200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Traveling consultants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Summaries 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700" i="0">
                <a:solidFill>
                  <a:srgbClr val="9B6BFF"/>
                </a:solidFill>
                <a:latin typeface="Segoe UI Black"/>
              </a:rPr>
              <a:t>25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Per summary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FFB547"/>
                </a:solidFill>
                <a:latin typeface="Segoe UI Black"/>
              </a:rPr>
              <a:t>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Sites without Wi-Fi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AI Lanes Like a Hotel Safe and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lane for sensitive work, cloud assistant for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Hybrid AI lanes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Hotel safe + concierge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Local lane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Room safe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Sensitive client 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Passport and valuables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Concierge for everything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Consultant decides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Guest chooses what goes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Current Lane vs Recommended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Keep cloud assistant, add local lane for sensitive drafting.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Current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All work in the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No local 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Recommended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Local lane for sensitive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assistant for everything else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Add a local lane to the existing cloud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Sensitive Work Stays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Files, prompts and drafts stay inside device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5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FFB5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07080C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Site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Local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Reviewed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19649"/>
            </a:avLst>
          </a:prstGeom>
          <a:solidFill>
            <a:srgbClr val="FF5D8F"/>
          </a:solidFill>
          <a:ln>
            <a:noFill/>
          </a:ln>
          <a:effectLst>
            <a:glow rad="101600">
              <a:srgbClr val="FF5D8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 Semibold"/>
              </a:rPr>
              <a:t>RTX Spark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A6276"/>
                </a:solidFill>
                <a:latin typeface="Segoe UI"/>
              </a:rPr>
              <a:t>Inside the boundary: files, prompts, drafts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Cloud 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17684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Existing cloud assistant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19649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4F6FA"/>
                </a:solidFill>
                <a:latin typeface="Segoe Fluent Icons"/>
              </a:rPr>
              <a:t>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4F6FA"/>
                </a:solidFill>
                <a:latin typeface="Segoe UI Semibold"/>
              </a:rPr>
              <a:t>Everyday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Routing Work to the Right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Sensitive and repetitive work goes to local lane like a specialized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Repetition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Sensitivity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Low Repetition, Low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Use cloud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3DA9FC"/>
                </a:solidFill>
                <a:latin typeface="Segoe Fluent Icons"/>
              </a:rPr>
              <a:t>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High Repetition, Low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cloud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Low Repetition, High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local lane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547"/>
                </a:solidFill>
                <a:latin typeface="Segoe Fluent Icons"/>
              </a:rPr>
              <a:t>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High Repetition, High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local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Offline Maps for Restricted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works where client Wi-Fi is restricted.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Local AI lane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Offline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Local model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Maps downloaded to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Restricted client Wi-Fi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No signal in the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Copilot when connected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Live traffic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2-week pilot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Test drive before the 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Device for Local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On-device runtime powers local drafting with 128 GB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Local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28 open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On-device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RTX Spark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Laptop silicon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20 CPU cores, 128 GB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Drafting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Capacity Chain: 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People x summaries x minutes saved x weeks = hours (estimate).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1,200 consultants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Traveling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F4F6FA"/>
                </a:solidFill>
                <a:latin typeface="Segoe UI Semibold"/>
              </a:rPr>
              <a:t>6 summaries/week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Each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5 minutes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Per summary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46 working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Per year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FF5D8F"/>
          </a:solidFill>
          <a:ln>
            <a:noFill/>
          </a:ln>
          <a:effectLst>
            <a:glow rad="127000">
              <a:srgbClr val="FF5D8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5D8F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27,600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Estimate to validate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Plan and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Time-boxed pilot measures task time, draft quality and user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3E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4F7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76B900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Before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User nomination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DA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DA9FC"/>
                </a:solidFill>
                <a:latin typeface="Segoe UI Semibold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Pilot execution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9B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654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9B6BFF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9B6BFF"/>
                </a:solidFill>
                <a:latin typeface="Segoe UI Semibold"/>
              </a:rPr>
              <a:t>Week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Data collection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9333"/>
            </a:avLst>
          </a:prstGeom>
          <a:solidFill>
            <a:srgbClr val="141824"/>
          </a:solidFill>
          <a:ln w="12700">
            <a:solidFill>
              <a:srgbClr val="A1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547"/>
                </a:solidFill>
                <a:latin typeface="Segoe Fluent Icons"/>
              </a:rPr>
              <a:t>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547"/>
                </a:solidFill>
                <a:latin typeface="Segoe UI Semibold"/>
              </a:rPr>
              <a:t>Sponsor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Next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Approve the Measured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small, time-boxed pilot decides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Nominate 10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Traveling consultants with repeat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Run 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Alongside current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Decide 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Task time and quality readout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the 10-user, 2-week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Pilot Proposal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