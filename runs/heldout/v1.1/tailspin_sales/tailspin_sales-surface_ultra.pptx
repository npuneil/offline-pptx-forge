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core problem: many people, frequent work, time spent, and patchy connectivity. This deck proposes a hybrid approach to address these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core problem: many people, frequent work, time spent, and patchy connectivity. The analogy of a hotel without internet emphasizes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hybrid idea to a familiar experience: secure local storage and cloud support. The analogy of a hotel safe + concierge makes it relatable.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current state vs. the recommended hybrid approach, with clear win on the right. The hybrid approach adds a second path for sensitive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 = four dashed lines; labeled boxes with icons; arrows show the path; cloud lane sits outside. The device boundary contains sensitive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work to lanes based on repetition and sensitivity. The high/high quadrant is local. This ensures sensitive and repetitive tasks are handled appropriately.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disconnected use to offline maps: a test drive in a pilot validates the approach. The analogy of offline maps emphasizes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device stack: from workflow to hardware. No speed charts for executives. The stack includes drafting, models, runtime, and silicon.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of capacity: people x summaries x minutes saved x weeks = hours. Label the final estimate as illustrative. The estimate shows potential time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timeline with actions: nominate, run, measure, decide. Pilot is 2 weeks with 6 users. The timeline ensures structured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steps, then one sentence ask with size and duration. The ask is clear and actionable for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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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TAILSPIN TOYS PILOT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Hybrid AI for Sensitive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Local lane for embargoed material, cloud assistant for everything 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Workload Overwhelms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45 people, 5 sessions weekly, 40 minutes per digest, unreliable Wi-Fi like a hotel without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76B900"/>
                </a:solidFill>
                <a:latin typeface="Segoe UI Black"/>
              </a:rP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Narrative designers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Tailspin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Sessions 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Tailspin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700" i="0">
                <a:solidFill>
                  <a:srgbClr val="9B6BFF"/>
                </a:solidFill>
                <a:latin typeface="Segoe UI Black"/>
              </a:rPr>
              <a:t>40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Per digest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Tailspin brief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FFB547"/>
                </a:solidFill>
                <a:latin typeface="Segoe UI Black"/>
              </a:rP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Sites without Wi-Fi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Tailspin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AI Lanes Like a Hotel Safe +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Sensitive files stay local; cloud handles everything else, like a hotel safe + concierge.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Hybrid AI lanes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Hotel safe + concierge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Local lane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Room safe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Sensitive client 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Passport and valuables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Concierge for everything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Consultant decides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Guest chooses what goes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Local Lane Adds a Second AI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Keep existing cloud assistant, add local lane for sensitive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Current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All work in the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No local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Recommended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Local lane for sensitive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assistant for everything else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Add local lane to existing cloud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Sensitive Work Stays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Files, prompts and drafts stay inside the device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5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FFB5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07080C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Playtest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Local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Reviewed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19649"/>
            </a:avLst>
          </a:prstGeom>
          <a:solidFill>
            <a:srgbClr val="FF5D8F"/>
          </a:solidFill>
          <a:ln>
            <a:noFill/>
          </a:ln>
          <a:effectLst>
            <a:glow rad="101600">
              <a:srgbClr val="FF5D8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 Semibold"/>
              </a:rPr>
              <a:t>RTX Spark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A6276"/>
                </a:solidFill>
                <a:latin typeface="Segoe UI"/>
              </a:rPr>
              <a:t>Inside the boundary: files, prompts, drafts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Cloud 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17684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Existing cloud assistant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19649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4F6FA"/>
                </a:solidFill>
                <a:latin typeface="Segoe Fluent Icons"/>
              </a:rPr>
              <a:t>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4F6FA"/>
                </a:solidFill>
                <a:latin typeface="Segoe UI Semibold"/>
              </a:rPr>
              <a:t>Everyday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Routing Work to the Right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High repetition and sensitivity go local; others use the cloud assistant.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Repetition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Sensitivity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Low Repetition, Low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cloud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3DA9FC"/>
                </a:solidFill>
                <a:latin typeface="Segoe Fluent Icons"/>
              </a:rPr>
              <a:t>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High Repetition, Low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cloud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Low Repetition, High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local lane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High Repetition, High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Use local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Offline Maps for Restricted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works even when client Wi-Fi is unreliable, like offline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Local AI lane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Offline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Local model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Maps downloaded to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Restricted client Wi-Fi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No signal in the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Copilot when connected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Live traffic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2-week pilot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Test drive before the 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Device for Local AI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Drafting workflow, local models, on-device runtime, laptop silicon.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Drafting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Playtest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Local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28 open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On-device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RTX Spark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7E5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Laptop 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20 CPU cores, 128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Local AI Lane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Capacity Chain for 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45 people x 5 summaries x 15 mins saved x 44 weeks = 2,475 hours estimate.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45 narrative designers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5 per week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Minutes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15 mins each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44 working weeks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FF5D8F"/>
          </a:solidFill>
          <a:ln>
            <a:noFill/>
          </a:ln>
          <a:effectLst>
            <a:glow rad="127000">
              <a:srgbClr val="FF5D8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5D8F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Hours saved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2,475 hours estimate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Plan and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Before launch / Week 1 / Week 2 / Sponsor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3E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4F7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76B900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Before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Nominate 6 users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DA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DA9FC"/>
                </a:solidFill>
                <a:latin typeface="Segoe UI Semibold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Run pilot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9B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654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9B6BFF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9B6BFF"/>
                </a:solidFill>
                <a:latin typeface="Segoe UI Semibold"/>
              </a:rPr>
              <a:t>Week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Measure task time and quality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A1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547"/>
                </a:solidFill>
                <a:latin typeface="Segoe Fluent Icons"/>
              </a:rPr>
              <a:t>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547"/>
                </a:solidFill>
                <a:latin typeface="Segoe UI Semibold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Sponsor decides next 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Approve a Measured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small, time-boxed pilot decides the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Nominate 6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Narrative designers with repeat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Run 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Alongside current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Decide 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Task time and quality readout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the 6-user, 2-week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